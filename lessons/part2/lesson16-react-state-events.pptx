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989320" y="9144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PART 2 · FRONTEND DEVELOPMENT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State &amp; Events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 · Event Handling · Conditional Rendering — ធ្វើឲ្យ UI មាន Interaction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3–4 ម៉ោង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012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Prereq: Lesson 15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7044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 + Events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គោលបំណង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49224" y="1508760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4712" y="1325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យល់ដឹងពី State ជាអ្វី ខុសពី Props យ៉ាងណា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" y="2350008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24712" y="21671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 useState Hook សម្រាប់គ្រប់គ្រង State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" y="3191256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4712" y="30083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Update State ត្រឹមត្រូវ (Previous, Array, Object)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84962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" y="4032504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24712" y="38496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Handle User Events (onClick, onChange, onSubmit)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70916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23" name="Shape 20"/>
          <p:cNvSpPr/>
          <p:nvPr/>
        </p:nvSpPr>
        <p:spPr>
          <a:xfrm>
            <a:off x="4855464" y="1508760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4" name="Text 21"/>
          <p:cNvSpPr/>
          <p:nvPr/>
        </p:nvSpPr>
        <p:spPr>
          <a:xfrm>
            <a:off x="4855464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30952" y="1325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 Functional Components ជា Component Tree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70916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27" name="Shape 24"/>
          <p:cNvSpPr/>
          <p:nvPr/>
        </p:nvSpPr>
        <p:spPr>
          <a:xfrm>
            <a:off x="4855464" y="2350008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8" name="Text 25"/>
          <p:cNvSpPr/>
          <p:nvPr/>
        </p:nvSpPr>
        <p:spPr>
          <a:xfrm>
            <a:off x="485546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30952" y="21671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បញ្ជូន Data តាម Props (children, Destructuring)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70916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31" name="Shape 28"/>
          <p:cNvSpPr/>
          <p:nvPr/>
        </p:nvSpPr>
        <p:spPr>
          <a:xfrm>
            <a:off x="4855464" y="3191256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32" name="Text 29"/>
          <p:cNvSpPr/>
          <p:nvPr/>
        </p:nvSpPr>
        <p:spPr>
          <a:xfrm>
            <a:off x="485546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30952" y="30083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 List ដោយ .map() និងយល់ key Prop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 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State ជាអ្វី?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State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គឺជា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Data ដែលអាចផ្លាស់ប្ដូរបាន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 ដែល Component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useState() Hook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 បង្កើត និងគ្រប់គ្រង ដើម្បីធ្វើឲ្យ UI ប្ដូរតាម User Action។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ខុសពី Props (មកពី Parent, Read-Only) — State ជា Data ដែល Component គ្រប់គ្រងខ្លួនឯង ហើយប្ដូរបានតែតាមរយៈ Setter Function។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📦  Local Memory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ចាំ Data ខ្លួនឯង រវាង Renders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82696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47288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🔄  Triggers Re-render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47288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State ប្ដូរ → UI Update ស្វ័យប្រវត្តិ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62472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27064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✏️  Mutable (តាម Setter)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27064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ប្ដូរបានតែតាមរយៈ setValue(...)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⟷ State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5361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 ·  មកពី Parent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 } = props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កំណត់ Value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ប្រើ (Read-Only)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មិនអាច ប្ដូរ Props ក្នុង Child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ប្ដូរបានតែពេល Parent Re-render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5361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4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State  ·  ក្នុង Component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1. useState() បង្កើត State + Setter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2. User ធ្វើ Action (click, type...)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3. Setter ត្រូវបានហៅ → State ប្ដូរ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   (React Re-render ដោយខ្លួនឯង)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 Hook — ការប្រើប្រាស់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618488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190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6152" y="1499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Import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16152" y="18196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import { useState } from ‘react’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82696" y="1371600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12" name="Shape 8"/>
          <p:cNvSpPr/>
          <p:nvPr/>
        </p:nvSpPr>
        <p:spPr>
          <a:xfrm>
            <a:off x="3447288" y="1618488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71907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95928" y="1499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Declare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995928" y="18196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const [v, setV] = useState(x)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62472" y="1371600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227064" y="1618488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71907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75704" y="1499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Array Destructuring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75704" y="18196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[value, setValue] តាមលំដាប់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245059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22" name="Shape 16"/>
          <p:cNvSpPr/>
          <p:nvPr/>
        </p:nvSpPr>
        <p:spPr>
          <a:xfrm>
            <a:off x="667512" y="2697480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79806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16152" y="25786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Initial Value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216152" y="28986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Number, String, Array, Object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82696" y="245059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27" name="Shape 20"/>
          <p:cNvSpPr/>
          <p:nvPr/>
        </p:nvSpPr>
        <p:spPr>
          <a:xfrm>
            <a:off x="3447288" y="2697480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2798064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95928" y="25786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Setter Function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995928" y="28986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setValue(...) តែមួយគត់ប្ដូរបាន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282696" y="3547872"/>
            <a:ext cx="5358384" cy="1024128"/>
          </a:xfrm>
          <a:prstGeom prst="roundRect">
            <a:avLst>
              <a:gd name="adj" fmla="val 7143"/>
            </a:avLst>
          </a:prstGeom>
          <a:solidFill>
            <a:srgbClr val="20232A"/>
          </a:solidFill>
          <a:ln/>
        </p:spPr>
      </p:sp>
      <p:sp>
        <p:nvSpPr>
          <p:cNvPr id="32" name="Text 24"/>
          <p:cNvSpPr/>
          <p:nvPr/>
        </p:nvSpPr>
        <p:spPr>
          <a:xfrm>
            <a:off x="3456432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Naming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Pattern value/setValue — count/setCount, name/setName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456432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ឧទាហរណ៍: const [count, setCount] = useState(0)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🏷  Naming Convention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Re-render — ដំណើរការ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3000" y="1371600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1371600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User Interact (click, type...) → Event Handler ហៅ setCount(...)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066544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3000" y="2048256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1325880" y="2048256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កត់ត្រា State ថ្មី ដាក់ជាមួយ Component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43000" y="2724912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272491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Re-render Component Function (JSX ថ្មី)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43000" y="3401568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</p:spPr>
      </p:sp>
      <p:sp>
        <p:nvSpPr>
          <p:cNvPr id="21" name="Text 18"/>
          <p:cNvSpPr/>
          <p:nvPr/>
        </p:nvSpPr>
        <p:spPr>
          <a:xfrm>
            <a:off x="1325880" y="3401568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ប្រៀបធៀប Virtual DOM ថ្មី ⟷ ចាស់ ហើយ Update Real DOM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ចាំបាច់ដឹង: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Setter មិនប្ដូរ Value ភ្លាមៗ — វា Schedule Re-render។ console.log() ក្រោម setCount() ភ្លាមៗនៅតែឃើញ Value ចាស់។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 — Code Examples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useState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Hook ដែល React ផ្ដល់ សម្រាប់បញ្ចូល State ទៅក្នុង Functional Component — ត្រូវ Import ពី 'react' មុនប្រើ។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5120640" cy="269748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984248"/>
            <a:ext cx="47914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Import Hook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Declare State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const [count, setCount] =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useState(0)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Update on Click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onClick={() =&gt; setCount(count+1)}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1975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Initial Values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3504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useState(0)  → Number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useState('')  → String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useState([])  → Array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310896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Value / Setter Pairs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35040" y="351129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isOpen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03720" y="3511296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→ setCount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→ setName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→ setItems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→ setIsOpen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រាល់ Component អាចមាន useState() ច្រើន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Multiple State ក្នុង Component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4297680" cy="3291840"/>
          </a:xfrm>
          <a:prstGeom prst="roundRect">
            <a:avLst>
              <a:gd name="adj" fmla="val 16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35608"/>
            <a:ext cx="396849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LoginForm()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useState('')      # email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useState('')      # password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useState(false)   # isLoading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useState(null)    # error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(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&lt;form onSubmit={handleSubmit}&gt;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&lt;input value={email} ... /&gt;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&lt;input value={password} ... /&gt;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&lt;/form&gt;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0" y="132588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380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212080" y="1655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តម្លៃក្នុង Input Field (Text)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0" y="21488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2203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212080" y="2478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តម្លៃក្នុង Input Field (Password)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0" y="297180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12080" y="3300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Disable Button ពេល Submit កំពុង Process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379476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212080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បង្ហាញ Error Message ក្រោម Form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Updating State — ច្បាប់សំខាន់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State 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ជា Immutable — មិនអាចកែ Directly បាន ត្រូវហៅ Setter Function ជានិច្ច។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938528"/>
            <a:ext cx="7808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ខុស — កែ Directly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count + 1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ត្រូវ — ប្រើ Setter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 + 1)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456432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20232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70332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Immutable State!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កុំកែ Variable ដោយផ្ទាល់ — ត្រូវហៅ Setter Function ជានិច្ច ទើប React ដឹងថាត្រូវ Re-render។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Updating State — 4 Patterns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9224" y="13716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Simple Value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17922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setCount(5) — កំណត់ Value ថ្មីផ្ទាល់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9744" y="13716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394960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Based on Previous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94960" y="17922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setCount(prev =&gt; prev + 1)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2860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" y="22860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34440" y="2395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Array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34440" y="27066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setItems([...items, newItem])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2860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9744" y="22860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④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394960" y="2395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Object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394960" y="27066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setUser({...user, name: newName})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333756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setCount(c+1)  ⚠ Unsafe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42900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setCount(p=&gt;p+1)  ✓ Safe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12648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setItems([...arr, x])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" y="3995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setItems(arr.filter(...))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429000" y="3995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setUser({...u, age})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126480" y="3995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setTodos(t.map(...))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Event Handling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Handle User Events តាម Props ពិសេស — onClick, onChange, onSubmit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5074920" cy="2880360"/>
          </a:xfrm>
          <a:prstGeom prst="roundRect">
            <a:avLst>
              <a:gd name="adj" fmla="val 1905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01368"/>
            <a:ext cx="47457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[count, setCount] = useState(0)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[name, setName] = useState('')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onClick={() =&gt; setCount(count+1)}&gt;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+1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onChange={(e) =&gt; setName(e.target.value)} /&gt;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កុំហៅ Function!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2148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onClick={setCount(1)} នឹង Run រាល់ Render! ត្រូវប្រើ onClick={() =&gt; setCount(1)}។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329184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3401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Event Object (e)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89320" y="37307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e.target.value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e.preventDefault()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9320" y="4224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ប្រើក្នុង Form Submit ដើម្បីកុំ Reload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Event Handler Functions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Handler 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Function ដែលហៅពេល Event កើតឡើង — ជួយកុំឲ្យ JSX រញ៉េរញ៉ៃ។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19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92808"/>
            <a:ext cx="47457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Named Handler Function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handleClick() 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setCount(count + 1)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Handler ជាមួយ Event (e)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setName(e.target.value)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onClick={handleClick}&gt;+1&lt;/button&gt;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onChange={handleChange} /&gt;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7830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8928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Naming: handle + Event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handleClick, handleSubmit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click, doIt (មិនច្បាស់)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ធ្វើឲ្យ Code អាន Clear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3429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20232A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Passing Arguments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38221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onClick={() =&gt;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handleDelete(id)}&gt;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Conditional Rendering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81328"/>
            <a:ext cx="415137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(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&lt;div&gt;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{isLoggedIn &amp;&amp; &lt;Welcome /&gt;}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{isLoading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? &lt;Spinner /&gt;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: &lt;Content /&gt;}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{items.length === 0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? &lt;p&gt;គ្មាន Item&lt;/p&gt;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: &lt;List items={items} /&gt;}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1554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{cond &amp;&amp; &lt;A /&gt;}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→ បង្ហាញ ឬ លាក់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{cond ? &lt;A /&gt; : &lt;B /&gt;}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→ ជ្រើស A ឬ B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list.length === 0 ? A : 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384048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20232A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&amp;&amp; សម្រាប់ Show/Hide  ·  Ternary សម្រាប់ A/B Choice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Update Patterns — Cheat-Sheet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Cheat-Sheet 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សម្រាប់ Update State ក្នុងស្ថានភាពខុសៗគ្នា — Array, Object, Boolean។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4160520" cy="2788920"/>
          </a:xfrm>
          <a:prstGeom prst="roundRect">
            <a:avLst>
              <a:gd name="adj" fmla="val 19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92808"/>
            <a:ext cx="38313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Toggle Todo Complete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setTodos(todos.map((t) =&gt;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t.id === id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? { ...t, done: !t.done }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: t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783080"/>
            <a:ext cx="3794760" cy="2788920"/>
          </a:xfrm>
          <a:prstGeom prst="roundRect">
            <a:avLst>
              <a:gd name="adj" fmla="val 2623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901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 Patterns ត្រូវចាំ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setCount(5)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Simple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0" y="2560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setCount(c=&gt;c+1)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Previous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0" y="2880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setItems([...i,x])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06640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Add Item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setItems(i.filter(f))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Remove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setUser({...u,age})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35204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Object Field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0" y="3840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setTodos(t.map(f))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0" y="38404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Update Item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setItems([])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06640" y="4160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Clear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0" y="452628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បង្កើត Array/Object ថ្មីរាល់ដង (Spread)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Controlled Components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4160520" cy="1554480"/>
          </a:xfrm>
          <a:prstGeom prst="roundRect">
            <a:avLst>
              <a:gd name="adj" fmla="val 3529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81328"/>
            <a:ext cx="38313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Controlled Input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[email, setEmail] =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useState('')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value={email}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onChange={(e) =&gt; setEmail(e.target.value)} /&gt;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4160520" cy="1508760"/>
          </a:xfrm>
          <a:prstGeom prst="roundRect">
            <a:avLst>
              <a:gd name="adj" fmla="val 363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" y="3172968"/>
            <a:ext cx="38313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Multiple Controlled Inputs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[password, setPassword]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= useState('')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value={password}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onChange={...} /&gt;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EAF8F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Controlled vs Uncontrolled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Controlled: value + onChange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Uncontrolled: គ្មាន value/onChange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គ្រប់គ្រង Input State ទាំងស្រុង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063240"/>
            <a:ext cx="3794760" cy="1508760"/>
          </a:xfrm>
          <a:prstGeom prst="roundRect">
            <a:avLst>
              <a:gd name="adj" fmla="val 4848"/>
            </a:avLst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value គ្មាន onChange!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value=... ដោះគ្មាន onChange → Input ក្លាយជា Readonly ហើយ React នឹង Warning ក្នុង Console។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៦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Todo List — State + .map()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4846320" cy="3246120"/>
          </a:xfrm>
          <a:prstGeom prst="roundRect">
            <a:avLst>
              <a:gd name="adj" fmla="val 1690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35608"/>
            <a:ext cx="451713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[todos, setTodos] = useState([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{ id:1, text:"រៀន React", done:false },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toggleTodo(id) {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setTodos(todos.map((t) =&gt;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t.id===id ? {...t,done:!t.done} : t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))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{todos.map((todo) =&gt;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&lt;li key={todo.id}&gt;{todo.text}&lt;/li&gt;)}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132588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4630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572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Prop — សំខាន់ណាស់!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76072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រាល់ Element ក្នុង List ត្រូវមាន key Unique — React ប្រើវាដើម្បីដឹងថា Element ណាប្ដូរ/បន្ថែម/លុប → Diffing លឿន។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77840" y="315468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20232A"/>
          </a:solidFill>
          <a:ln/>
        </p:spPr>
      </p:sp>
      <p:sp>
        <p:nvSpPr>
          <p:cNvPr id="14" name="Text 10"/>
          <p:cNvSpPr/>
          <p:nvPr/>
        </p:nvSpPr>
        <p:spPr>
          <a:xfrm>
            <a:off x="57607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Delete Todo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76072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ដោយ Filter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setTodos(todos.filter(t=&gt;t.id!==id))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76072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Array ថ្មី គ្មាន Item ដែល id ត្រូវគ្នា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309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Todo App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main.jsx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components/TodoForm.jsx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components/TodoList.jsx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components/TodoItem.jsx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App.css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8138160" cy="2240280"/>
          </a:xfrm>
          <a:prstGeom prst="roundRect">
            <a:avLst>
              <a:gd name="adj" fmla="val 2449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" y="2807208"/>
            <a:ext cx="780897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[todos, setTodos] = useState([])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(&lt;div&gt;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&lt;TodoForm onAdd={addTodo} /&gt;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&lt;TodoList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todos={todos} onToggle={toggleTodo}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onDelete={deleteTodo} /&gt;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&lt;p&gt;{todos.length} Todos សល់&lt;/p&gt;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&lt;/div&gt;)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អនុវត្ត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លំហាត់ (Exercises)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627632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16152" y="14904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Counter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16152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Increment · Decrement · Reset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828032" y="1627632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76672" y="14904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Todo 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76672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Add · Delete · Toggle Complete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240487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" y="2660904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16152" y="25237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Login Form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16152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Controlled Inputs (email, password)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240487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4828032" y="2660904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4828032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76672" y="25237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Conditional UI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76672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Show/Hide Password · Loading Spinner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438144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694176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16152" y="3557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Character Counter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1615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Input + Live Count (useState string)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63440" y="3438144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32" name="Shape 29"/>
          <p:cNvSpPr/>
          <p:nvPr/>
        </p:nvSpPr>
        <p:spPr>
          <a:xfrm>
            <a:off x="4828032" y="3694176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33" name="Text 30"/>
          <p:cNvSpPr/>
          <p:nvPr/>
        </p:nvSpPr>
        <p:spPr>
          <a:xfrm>
            <a:off x="4828032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376672" y="3557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Bonus: Shopping Cart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7667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Add/Remove Item · គណនា Total (reduce)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ចំណុចសំខាន់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309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2763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848" y="1417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State = Data ដែល Component គ្រប់គ្រង — Trigger Re-render ស្វ័យប្រវត្តិ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141732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62763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0368" y="1417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useState() Return [value, setValue] — ប្រើ Setter ជានិច្ច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25856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4688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9848" y="22585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Previous-based Update setCount(p=&gt;p+1) សុវត្ថិភាពជាង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663440" y="225856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46888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0368" y="22585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Array/Object State ត្រូវ Spread (...) ជានិច្ច — កុំកែចាស់ដោយផ្ទាល់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02920" y="309981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31012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69848" y="30998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Event Handler ត្រូវជា Function Reference (onClick={handleClick})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663440" y="309981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310128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0368" y="30998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Conditional Rendering: &amp;&amp; សម្រាប់ Show/Hide · Ternary សម្រាប់ A/B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502920" y="3941064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151376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69848" y="39410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Controlled Components = Input Value ភ្ជាប់ជាមួយ State + onChange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663440" y="3941064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4151376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30368" y="39410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Prop នៅតែសំខាន់ ពេល Add/Delete Item ក្នុង List State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ធនធាន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Resources &amp; បន្ទាប់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54480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useState Reference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17007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react.dev/reference/react/useState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63440" y="137160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554480"/>
            <a:ext cx="246888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208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Responding to Events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212080" y="17007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react.dev/learn/responding-to-events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2920" y="20848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267712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2157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Conditional Rendering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5156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react.dev/learn/conditional-rendering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63440" y="20848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67712"/>
            <a:ext cx="246888" cy="2468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2157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Updating Arrays in State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21208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react.dev/learn/updating-arrays-in-state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502920" y="279806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2980944"/>
            <a:ext cx="246888" cy="2468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5156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Reacting to Input w/ State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051560" y="3127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react.dev/learn/reacting-to-input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663440" y="279806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980944"/>
            <a:ext cx="246888" cy="2468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Choosing State Structure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5212080" y="3127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react.dev/learn/choosing-state-structure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502920" y="384048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2023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041648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325880" y="3840480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 xml:space="preserve">Lesson បន្ទាប់  ·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17 — React Hooks កម្រិតខ្ពស់: useEffect, useRef, useContext, Custom Hooks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15: React មូលដ្ឋាន</dc:title>
  <dc:subject>PptxGenJS Presentation</dc:subject>
  <dc:creator>AI Engineer Course</dc:creator>
  <cp:lastModifiedBy>AI Engineer Course</cp:lastModifiedBy>
  <cp:revision>1</cp:revision>
  <dcterms:created xsi:type="dcterms:W3CDTF">2026-06-23T15:48:47Z</dcterms:created>
  <dcterms:modified xsi:type="dcterms:W3CDTF">2026-06-23T15:48:47Z</dcterms:modified>
</cp:coreProperties>
</file>