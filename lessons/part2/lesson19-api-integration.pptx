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1.png"/><Relationship Id="rId4" Type="http://schemas.openxmlformats.org/officeDocument/2006/relationships/image" Target="../media/image-19-1.png"/><Relationship Id="rId5" Type="http://schemas.openxmlformats.org/officeDocument/2006/relationships/image" Target="../media/image-19-1.png"/><Relationship Id="rId6" Type="http://schemas.openxmlformats.org/officeDocument/2006/relationships/image" Target="../media/image-19-1.png"/><Relationship Id="rId7" Type="http://schemas.openxmlformats.org/officeDocument/2006/relationships/image" Target="../media/image-19-1.png"/><Relationship Id="rId8" Type="http://schemas.openxmlformats.org/officeDocument/2006/relationships/image" Target="../media/image-19-1.png"/><Relationship Id="rId9" Type="http://schemas.openxmlformats.org/officeDocument/2006/relationships/image" Target="../media/image-19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image" Target="../media/image-20-1.png"/><Relationship Id="rId4" Type="http://schemas.openxmlformats.org/officeDocument/2006/relationships/image" Target="../media/image-20-1.png"/><Relationship Id="rId5" Type="http://schemas.openxmlformats.org/officeDocument/2006/relationships/image" Target="../media/image-20-1.png"/><Relationship Id="rId6" Type="http://schemas.openxmlformats.org/officeDocument/2006/relationships/image" Target="../media/image-20-1.png"/><Relationship Id="rId7" Type="http://schemas.openxmlformats.org/officeDocument/2006/relationships/image" Target="../media/image-20-1.png"/><Relationship Id="rId8" Type="http://schemas.openxmlformats.org/officeDocument/2006/relationships/image" Target="../media/image-20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5989320" y="91440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PART 2 · FRONTEND DEVELOPMENT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Lesson 19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API Integration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58368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Fetch · Axios · Loading / Error / Success — ភ្ជាប់ React App ជាមួយ REST API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" y="3886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82C34"/>
          </a:solidFill>
          <a:ln w="9525">
            <a:solidFill>
              <a:srgbClr val="61DA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3–4 ម៉ោង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4408" y="3886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82C34"/>
          </a:solidFill>
          <a:ln w="9525">
            <a:solidFill>
              <a:srgbClr val="61DA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10128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Prereq: Lesson 17–18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70448" y="3886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82C34"/>
          </a:solidFill>
          <a:ln w="9525">
            <a:solidFill>
              <a:srgbClr val="61DAF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16168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fetch + axios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គោលបំណង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7" name="Shape 4"/>
          <p:cNvSpPr/>
          <p:nvPr/>
        </p:nvSpPr>
        <p:spPr>
          <a:xfrm>
            <a:off x="649224" y="1508760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24712" y="13258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ពន្យល់បានថា API និង REST API ជាអ្វី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167128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" y="2350008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24712" y="216712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អាន HTTP Request / Response និង Status Codes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008376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" y="3191256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24712" y="300837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ទាញ Data ដោយ fetch() ជាមួយ async / await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" y="3849624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19" name="Shape 16"/>
          <p:cNvSpPr/>
          <p:nvPr/>
        </p:nvSpPr>
        <p:spPr>
          <a:xfrm>
            <a:off x="649224" y="4032504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20" name="Text 17"/>
          <p:cNvSpPr/>
          <p:nvPr/>
        </p:nvSpPr>
        <p:spPr>
          <a:xfrm>
            <a:off x="649224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24712" y="384962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ប្រើ Axios និងដឹងភាពខុសគ្នាពី Fetch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709160" y="13258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23" name="Shape 20"/>
          <p:cNvSpPr/>
          <p:nvPr/>
        </p:nvSpPr>
        <p:spPr>
          <a:xfrm>
            <a:off x="4855464" y="1508760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24" name="Text 21"/>
          <p:cNvSpPr/>
          <p:nvPr/>
        </p:nvSpPr>
        <p:spPr>
          <a:xfrm>
            <a:off x="4855464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330952" y="13258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Handle 3 States: Loading · Error · Success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709160" y="2167128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27" name="Shape 24"/>
          <p:cNvSpPr/>
          <p:nvPr/>
        </p:nvSpPr>
        <p:spPr>
          <a:xfrm>
            <a:off x="4855464" y="2350008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28" name="Text 25"/>
          <p:cNvSpPr/>
          <p:nvPr/>
        </p:nvSpPr>
        <p:spPr>
          <a:xfrm>
            <a:off x="4855464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330952" y="216712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Fetch Data ពេល Component Mount ដោយ useEffect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709160" y="3008376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31" name="Shape 28"/>
          <p:cNvSpPr/>
          <p:nvPr/>
        </p:nvSpPr>
        <p:spPr>
          <a:xfrm>
            <a:off x="4855464" y="3191256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32" name="Text 29"/>
          <p:cNvSpPr/>
          <p:nvPr/>
        </p:nvSpPr>
        <p:spPr>
          <a:xfrm>
            <a:off x="4855464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330952" y="300837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ប្រើ GET / POST / PUT / DELETE និង .env (VITE_)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១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API &amp; REST API ជាអ្វី?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984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API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(Application Programming Interface) =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ផ្លូវឲ្យ Program ពីរនិយាយគ្នា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។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REST API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គឺ API ដែលប្រើ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HTTP + URL (Endpoint) + JSON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។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2103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Frontend មិនអាចចូល Database ដោយផ្ទាល់បានទេ — វាសុំ Data ពី Backend តាម API រួច Render ជា UI។ រៀនម្ដងហើយ ប្រើបានជាមួយ API ទាំងអស់នៅលើ Internet។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3063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🌐</a:t>
            </a:r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 Endpoint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7512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URL មួយ = Resource មួយ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/users · /users/1 · /posts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82696" y="3063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47288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📦</a:t>
            </a:r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 JSON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47288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Format ស្តង់ដារនៃ Data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ដែលផ្លាស់ប្ដូររវាង Client → Server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62472" y="3063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27064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🔄</a:t>
            </a:r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 Request / Response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27064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Client សុំ → Server ឆ្លើយតប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ជាមួយ Status Code +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១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HTTP Request &amp; Response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44475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Request  ·  អ្វីដែលយើងផ្ញើ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847088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  GET · POST · PUT · DELETE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     /users/1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  Content-Type,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Authorization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    JSON (POST / PUT ប៉ុណ្ណោះ)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298448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144475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F4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Response  ·  អ្វីដែល Server ឆ្លើយ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92040" y="1847088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 200 · 404 · 500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  Content-Type: json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    { "id": 1,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"name": "Leanne" }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res.json() ដើម្បីអាន Body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3767328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20232A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3822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Status Codes ត្រូវចាំ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" y="4096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  </a:t>
            </a:r>
            <a:pPr indent="0" marL="0">
              <a:buNone/>
            </a:pPr>
            <a:r>
              <a:rPr lang="en-US" sz="950" dirty="0">
                <a:solidFill>
                  <a:srgbClr val="C9D6D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ជោគជ័យ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10712" y="4096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Created  </a:t>
            </a:r>
            <a:pPr indent="0" marL="0">
              <a:buNone/>
            </a:pPr>
            <a:r>
              <a:rPr lang="en-US" sz="950" dirty="0">
                <a:solidFill>
                  <a:srgbClr val="C9D6D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បង្កើតរួច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108192" y="4096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Bad Request  </a:t>
            </a:r>
            <a:pPr indent="0" marL="0">
              <a:buNone/>
            </a:pPr>
            <a:r>
              <a:rPr lang="en-US" sz="950" dirty="0">
                <a:solidFill>
                  <a:srgbClr val="C9D6D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Data ខុស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13232" y="4389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 Unauthorized  </a:t>
            </a:r>
            <a:pPr indent="0" marL="0">
              <a:buNone/>
            </a:pPr>
            <a:r>
              <a:rPr lang="en-US" sz="950" dirty="0">
                <a:solidFill>
                  <a:srgbClr val="C9D6D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គ្មានសិទ្ធិ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410712" y="4389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 Not Found  </a:t>
            </a:r>
            <a:pPr indent="0" marL="0">
              <a:buNone/>
            </a:pPr>
            <a:r>
              <a:rPr lang="en-US" sz="950" dirty="0">
                <a:solidFill>
                  <a:srgbClr val="C9D6D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រកមិនឃើញ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08192" y="4389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Server Error  </a:t>
            </a:r>
            <a:pPr indent="0" marL="0">
              <a:buNone/>
            </a:pPr>
            <a:r>
              <a:rPr lang="en-US" sz="950" dirty="0">
                <a:solidFill>
                  <a:srgbClr val="C9D6D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Server មានបញ្ហា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២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Fetch API (Review)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fetch() </a:t>
            </a:r>
            <a:pPr indent="0" marL="0">
              <a:buNone/>
            </a:pPr>
            <a:r>
              <a:rPr lang="en-US" sz="13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ជា Function ដែលមានស្រាប់ក្នុង Browser (គ្មាន Install) — វា Return </a:t>
            </a:r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Promise</a:t>
            </a:r>
            <a:pPr indent="0" marL="0">
              <a:buNone/>
            </a:pPr>
            <a:r>
              <a:rPr lang="en-US" sz="13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ដូច្នេះប្រើជាមួយ async / await។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5074920" cy="2788920"/>
          </a:xfrm>
          <a:prstGeom prst="roundRect">
            <a:avLst>
              <a:gd name="adj" fmla="val 1967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1892808"/>
            <a:ext cx="474573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— ទាញ Data ពី API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getUsers() 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'https://jsonplaceholder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.typicode.com/users')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data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getUsers() → Array of Objects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06440" y="1783080"/>
            <a:ext cx="2834640" cy="1325880"/>
          </a:xfrm>
          <a:prstGeom prst="roundRect">
            <a:avLst>
              <a:gd name="adj" fmla="val 5517"/>
            </a:avLst>
          </a:prstGeom>
          <a:solidFill>
            <a:srgbClr val="EAF8FD"/>
          </a:solidFill>
          <a:ln/>
        </p:spPr>
      </p:sp>
      <p:sp>
        <p:nvSpPr>
          <p:cNvPr id="10" name="Text 7"/>
          <p:cNvSpPr/>
          <p:nvPr/>
        </p:nvSpPr>
        <p:spPr>
          <a:xfrm>
            <a:off x="5989320" y="18836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២ ជំហាន ជានិច្ច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989320" y="22128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1. await fetch(url) → Response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2. await res.json() → Data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06440" y="3246120"/>
            <a:ext cx="2834640" cy="1325880"/>
          </a:xfrm>
          <a:prstGeom prst="roundRect">
            <a:avLst>
              <a:gd name="adj" fmla="val 5517"/>
            </a:avLst>
          </a:prstGeom>
          <a:solidFill>
            <a:srgbClr val="20232A"/>
          </a:solidFill>
          <a:ln/>
        </p:spPr>
      </p:sp>
      <p:sp>
        <p:nvSpPr>
          <p:cNvPr id="13" name="Text 10"/>
          <p:cNvSpPr/>
          <p:nvPr/>
        </p:nvSpPr>
        <p:spPr>
          <a:xfrm>
            <a:off x="5989320" y="33467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1DAFB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⚠️</a:t>
            </a:r>
            <a:pPr indent="0" marL="0">
              <a:buNone/>
            </a:pPr>
            <a:r>
              <a:rPr lang="en-US" sz="125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fetch មិន throw លើ 404!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989320" y="367588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Error HTTP (404 / 500) មិនធ្វើឲ្យ catch រត់ទេ — ត្រូវពិនិត្យ res.ok ដោយខ្លួនឯង។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២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Error Handling — try / catch / finally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5074920" cy="3273552"/>
          </a:xfrm>
          <a:prstGeom prst="roundRect">
            <a:avLst>
              <a:gd name="adj" fmla="val 1676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" y="1408176"/>
            <a:ext cx="474573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fetch(url)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(!res.ok) 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`HTTP ${res.status}`)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setUsers(data)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(err) 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setError(err.message)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setLoading(false)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806440" y="1298448"/>
            <a:ext cx="2834640" cy="786384"/>
          </a:xfrm>
          <a:prstGeom prst="roundRect">
            <a:avLst>
              <a:gd name="adj" fmla="val 8140"/>
            </a:avLst>
          </a:prstGeom>
          <a:solidFill>
            <a:srgbClr val="EAF8FD"/>
          </a:solidFill>
          <a:ln/>
        </p:spPr>
      </p:sp>
      <p:sp>
        <p:nvSpPr>
          <p:cNvPr id="9" name="Text 6"/>
          <p:cNvSpPr/>
          <p:nvPr/>
        </p:nvSpPr>
        <p:spPr>
          <a:xfrm>
            <a:off x="5971032" y="1353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71032" y="160934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Code ដែលអាចមាន Error — Network, JSON, Status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06440" y="2212848"/>
            <a:ext cx="2834640" cy="786384"/>
          </a:xfrm>
          <a:prstGeom prst="roundRect">
            <a:avLst>
              <a:gd name="adj" fmla="val 8140"/>
            </a:avLst>
          </a:prstGeom>
          <a:solidFill>
            <a:srgbClr val="F4F6F8"/>
          </a:solidFill>
          <a:ln/>
        </p:spPr>
      </p:sp>
      <p:sp>
        <p:nvSpPr>
          <p:cNvPr id="12" name="Text 9"/>
          <p:cNvSpPr/>
          <p:nvPr/>
        </p:nvSpPr>
        <p:spPr>
          <a:xfrm>
            <a:off x="5971032" y="2267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71032" y="252374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ចាប់ Error → រក្សាទុក Message ដើម្បីបង្ហាញ User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06440" y="3127248"/>
            <a:ext cx="2834640" cy="786384"/>
          </a:xfrm>
          <a:prstGeom prst="roundRect">
            <a:avLst>
              <a:gd name="adj" fmla="val 8140"/>
            </a:avLst>
          </a:prstGeom>
          <a:solidFill>
            <a:srgbClr val="EAF8FD"/>
          </a:solidFill>
          <a:ln/>
        </p:spPr>
      </p:sp>
      <p:sp>
        <p:nvSpPr>
          <p:cNvPr id="15" name="Text 12"/>
          <p:cNvSpPr/>
          <p:nvPr/>
        </p:nvSpPr>
        <p:spPr>
          <a:xfrm>
            <a:off x="5971032" y="3182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71032" y="343814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រត់ជានិច្ច ទោះជោគជ័យ ឬបរាជ័យ → បិទ Loading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06440" y="4041648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20232A"/>
          </a:solidFill>
          <a:ln/>
        </p:spPr>
      </p:sp>
      <p:sp>
        <p:nvSpPr>
          <p:cNvPr id="18" name="Text 15"/>
          <p:cNvSpPr/>
          <p:nvPr/>
        </p:nvSpPr>
        <p:spPr>
          <a:xfrm>
            <a:off x="5989320" y="41422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res.ok = Status 200–299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២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Axios — ជម្រើសមួយទៀត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4160520" cy="3273552"/>
          </a:xfrm>
          <a:prstGeom prst="roundRect">
            <a:avLst>
              <a:gd name="adj" fmla="val 1676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" y="1408176"/>
            <a:ext cx="383133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axios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axios from 'axios'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— ខ្លីជាង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data } = await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axios.get('/api/users')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មិនត្រូវ .json() ទេ!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 404/500 → throw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ស្វ័យប្រវត្តិ → catch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46320" y="1298448"/>
            <a:ext cx="3794760" cy="2395728"/>
          </a:xfrm>
          <a:prstGeom prst="roundRect">
            <a:avLst>
              <a:gd name="adj" fmla="val 3053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0" y="13990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Fetch  ⟷  Axios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0" y="17830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មានស្រាប់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12280" y="17830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ត្រូវ Install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0" y="21488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res.json()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12280" y="2148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data ស្រាប់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0" y="25146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ពិនិត្យ res.ok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12280" y="2514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throw ស្វ័យប្រវត្តិ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0" y="28803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Config វែង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812280" y="2880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baseURL + Interceptors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0" y="32461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0 KB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812280" y="32461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~13 KB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46320" y="3767328"/>
            <a:ext cx="3794760" cy="804672"/>
          </a:xfrm>
          <a:prstGeom prst="roundRect">
            <a:avLst>
              <a:gd name="adj" fmla="val 9091"/>
            </a:avLst>
          </a:prstGeom>
          <a:solidFill>
            <a:srgbClr val="20232A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0" y="386791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ជ្រើសមួយណា?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29200" y="41970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Project តូច → fetch ជាការស្រេច · Project ធំ → Axios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៣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 States: Loading · Error · Success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457200" cy="45720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3000" y="1371600"/>
            <a:ext cx="7498080" cy="512064"/>
          </a:xfrm>
          <a:prstGeom prst="roundRect">
            <a:avLst>
              <a:gd name="adj" fmla="val 10714"/>
            </a:avLst>
          </a:prstGeom>
          <a:solidFill>
            <a:srgbClr val="EAF8FD"/>
          </a:solidFill>
          <a:ln/>
        </p:spPr>
      </p:sp>
      <p:sp>
        <p:nvSpPr>
          <p:cNvPr id="9" name="Text 6"/>
          <p:cNvSpPr/>
          <p:nvPr/>
        </p:nvSpPr>
        <p:spPr>
          <a:xfrm>
            <a:off x="1325880" y="1371600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Component Mount ហើយ useEffect រត់ → setLoading(true)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066544"/>
            <a:ext cx="457200" cy="45720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3000" y="2048256"/>
            <a:ext cx="7498080" cy="512064"/>
          </a:xfrm>
          <a:prstGeom prst="roundRect">
            <a:avLst>
              <a:gd name="adj" fmla="val 10714"/>
            </a:avLst>
          </a:prstGeom>
          <a:solidFill>
            <a:srgbClr val="F4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1325880" y="2048256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fetch() ផ្ញើ Request → រង់ចាំ Response (បង្ហាញ Spinner)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2743200"/>
            <a:ext cx="457200" cy="45720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43000" y="2724912"/>
            <a:ext cx="7498080" cy="512064"/>
          </a:xfrm>
          <a:prstGeom prst="roundRect">
            <a:avLst>
              <a:gd name="adj" fmla="val 10714"/>
            </a:avLst>
          </a:prstGeom>
          <a:solidFill>
            <a:srgbClr val="EAF8FD"/>
          </a:solidFill>
          <a:ln/>
        </p:spPr>
      </p:sp>
      <p:sp>
        <p:nvSpPr>
          <p:cNvPr id="17" name="Text 14"/>
          <p:cNvSpPr/>
          <p:nvPr/>
        </p:nvSpPr>
        <p:spPr>
          <a:xfrm>
            <a:off x="1325880" y="2724912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ជោគជ័យ → setData(data)  ·  បរាជ័យ → setError(message)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" y="3419856"/>
            <a:ext cx="457200" cy="45720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143000" y="3401568"/>
            <a:ext cx="7498080" cy="512064"/>
          </a:xfrm>
          <a:prstGeom prst="roundRect">
            <a:avLst>
              <a:gd name="adj" fmla="val 10714"/>
            </a:avLst>
          </a:prstGeom>
          <a:solidFill>
            <a:srgbClr val="F4F6F8"/>
          </a:solidFill>
          <a:ln/>
        </p:spPr>
      </p:sp>
      <p:sp>
        <p:nvSpPr>
          <p:cNvPr id="21" name="Text 18"/>
          <p:cNvSpPr/>
          <p:nvPr/>
        </p:nvSpPr>
        <p:spPr>
          <a:xfrm>
            <a:off x="1325880" y="3401568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finally → setLoading(false) → Render UI តាម State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2920" y="4114800"/>
            <a:ext cx="8138160" cy="612648"/>
          </a:xfrm>
          <a:prstGeom prst="roundRect">
            <a:avLst>
              <a:gd name="adj" fmla="val 11940"/>
            </a:avLst>
          </a:prstGeom>
          <a:solidFill>
            <a:srgbClr val="20232A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4114800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ចាំបាច់ដឹង: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UI ត្រូវមាន 3 សភាព ជានិច្ច។ គ្មាន Loading = User មិនដឹងថាកំពុងរង់ចាំ · គ្មាន Error = App ស្លាប់ស្ងាត់ៗ។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៣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Pattern ស្តង់ដារ — useEffect + useState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5120640" cy="3273552"/>
          </a:xfrm>
          <a:prstGeom prst="roundRect">
            <a:avLst>
              <a:gd name="adj" fmla="val 1676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" y="1408176"/>
            <a:ext cx="479145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[users, setUsers] = useState([])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[loading, setLoading] = useState(true)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[error, setError] = useState(null)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function loadUsers() {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res = await fetch(URL)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(!res.ok) throw new Error('Failed')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setUsers(await res.json())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(e) {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setError(e.message)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finally {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setLoading(false)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loadUsers()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[] = រត់តែម្ដងពេល Component Mount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06440" y="1298448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EAF8FD"/>
          </a:solidFill>
          <a:ln/>
        </p:spPr>
      </p:sp>
      <p:sp>
        <p:nvSpPr>
          <p:cNvPr id="9" name="Text 6"/>
          <p:cNvSpPr/>
          <p:nvPr/>
        </p:nvSpPr>
        <p:spPr>
          <a:xfrm>
            <a:off x="5989320" y="13990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 State Variables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89320" y="17282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data · loading · error — បេះដូងនៃ API Integration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06440" y="2487168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</p:sp>
      <p:sp>
        <p:nvSpPr>
          <p:cNvPr id="12" name="Text 9"/>
          <p:cNvSpPr/>
          <p:nvPr/>
        </p:nvSpPr>
        <p:spPr>
          <a:xfrm>
            <a:off x="5989320" y="25877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[] Dependency Array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989320" y="29169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[] → Fetch តែម្ដង · [id] → Fetch ឡើងវិញពេល id ប្ដូរ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06440" y="3675888"/>
            <a:ext cx="2834640" cy="896112"/>
          </a:xfrm>
          <a:prstGeom prst="roundRect">
            <a:avLst>
              <a:gd name="adj" fmla="val 8163"/>
            </a:avLst>
          </a:prstGeom>
          <a:solidFill>
            <a:srgbClr val="20232A"/>
          </a:solidFill>
          <a:ln/>
        </p:spPr>
      </p:sp>
      <p:sp>
        <p:nvSpPr>
          <p:cNvPr id="15" name="Text 12"/>
          <p:cNvSpPr/>
          <p:nvPr/>
        </p:nvSpPr>
        <p:spPr>
          <a:xfrm>
            <a:off x="5989320" y="37764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⚠️</a:t>
            </a:r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កុំដាក់ async លើ useEffect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89320" y="41056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សរសេរ async Function ខាងក្នុង រួចហៅវា។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៣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Render 3 States ក្នុង JSX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4846320" cy="3273552"/>
          </a:xfrm>
          <a:prstGeom prst="roundRect">
            <a:avLst>
              <a:gd name="adj" fmla="val 1676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" y="1408176"/>
            <a:ext cx="451713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Loading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(loading) return &lt;Spinner /&gt;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Error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(error) return 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className="error"&gt;{error}&lt;/p&gt;)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Empty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(!users.length) return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&lt;p&gt;គ្មាន Data&lt;/p&gt;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Success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&lt;ul&gt;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{users.map((u) =&gt; 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 key={u.id}&gt;{u.name}&lt;/li&gt;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))}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&lt;/ul&gt;)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532120" y="1298448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15000" y="1399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Early Return Pattern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15000" y="172821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ពិនិត្យ Loading → Error → Empty រួចទើប Render Data។ ងាយអានជាង Nested Ternary ច្រើន។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32120" y="278892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0" y="28895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Empty ≠ Error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71500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Array ទទេគឺជា Response ជោគជ័យ — បង្ហាញសារដាច់ដោយឡែក។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32120" y="3767328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20232A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0" y="38679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Conditional មួយបន្ទាត់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715000" y="4197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{loading &amp;&amp; &lt;Spinner /&gt;} · {error &amp;&amp; &lt;Err /&gt;}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៤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HTTP Methods in Practice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2606040" cy="969264"/>
          </a:xfrm>
          <a:prstGeom prst="roundRect">
            <a:avLst>
              <a:gd name="adj" fmla="val 6604"/>
            </a:avLst>
          </a:prstGeom>
          <a:solidFill>
            <a:srgbClr val="EAF8FD"/>
          </a:solidFill>
          <a:ln/>
        </p:spPr>
      </p:sp>
      <p:sp>
        <p:nvSpPr>
          <p:cNvPr id="7" name="Text 4"/>
          <p:cNvSpPr/>
          <p:nvPr/>
        </p:nvSpPr>
        <p:spPr>
          <a:xfrm>
            <a:off x="667512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965960" y="1417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អាន Data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7512" y="1783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82696" y="1325880"/>
            <a:ext cx="2606040" cy="969264"/>
          </a:xfrm>
          <a:prstGeom prst="roundRect">
            <a:avLst>
              <a:gd name="adj" fmla="val 6604"/>
            </a:avLst>
          </a:prstGeom>
          <a:solidFill>
            <a:srgbClr val="F4F6F8"/>
          </a:solidFill>
          <a:ln/>
        </p:spPr>
      </p:sp>
      <p:sp>
        <p:nvSpPr>
          <p:cNvPr id="11" name="Text 8"/>
          <p:cNvSpPr/>
          <p:nvPr/>
        </p:nvSpPr>
        <p:spPr>
          <a:xfrm>
            <a:off x="3447288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745736" y="1417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បង្កើតថ្មី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47288" y="1783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/users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62472" y="1325880"/>
            <a:ext cx="2606040" cy="969264"/>
          </a:xfrm>
          <a:prstGeom prst="roundRect">
            <a:avLst>
              <a:gd name="adj" fmla="val 6604"/>
            </a:avLst>
          </a:prstGeom>
          <a:solidFill>
            <a:srgbClr val="EAF8FD"/>
          </a:solidFill>
          <a:ln/>
        </p:spPr>
      </p:sp>
      <p:sp>
        <p:nvSpPr>
          <p:cNvPr id="15" name="Text 12"/>
          <p:cNvSpPr/>
          <p:nvPr/>
        </p:nvSpPr>
        <p:spPr>
          <a:xfrm>
            <a:off x="6227064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525512" y="1417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ប្ដូរទាំងមូល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27064" y="1783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/users/1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2441448"/>
            <a:ext cx="2606040" cy="969264"/>
          </a:xfrm>
          <a:prstGeom prst="roundRect">
            <a:avLst>
              <a:gd name="adj" fmla="val 6604"/>
            </a:avLst>
          </a:prstGeom>
          <a:solidFill>
            <a:srgbClr val="F4F6F8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" y="2532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965960" y="25328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ប្ដូរផ្នែកខ្លះ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7512" y="2898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/users/1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82696" y="2441448"/>
            <a:ext cx="2606040" cy="969264"/>
          </a:xfrm>
          <a:prstGeom prst="roundRect">
            <a:avLst>
              <a:gd name="adj" fmla="val 6604"/>
            </a:avLst>
          </a:prstGeom>
          <a:solidFill>
            <a:srgbClr val="EAF8FD"/>
          </a:solidFill>
          <a:ln/>
        </p:spPr>
      </p:sp>
      <p:sp>
        <p:nvSpPr>
          <p:cNvPr id="23" name="Text 20"/>
          <p:cNvSpPr/>
          <p:nvPr/>
        </p:nvSpPr>
        <p:spPr>
          <a:xfrm>
            <a:off x="3447288" y="2532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745736" y="25328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លុប Data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447288" y="2898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/users/1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062472" y="2441448"/>
            <a:ext cx="2606040" cy="969264"/>
          </a:xfrm>
          <a:prstGeom prst="roundRect">
            <a:avLst>
              <a:gd name="adj" fmla="val 6604"/>
            </a:avLst>
          </a:prstGeom>
          <a:solidFill>
            <a:srgbClr val="EAF8FD"/>
          </a:solidFill>
          <a:ln/>
        </p:spPr>
      </p:sp>
      <p:sp>
        <p:nvSpPr>
          <p:cNvPr id="27" name="Text 24"/>
          <p:cNvSpPr/>
          <p:nvPr/>
        </p:nvSpPr>
        <p:spPr>
          <a:xfrm>
            <a:off x="6227064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CRUD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227064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Create · Read · Update · Delete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02920" y="361188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20232A"/>
          </a:solidFill>
          <a:ln/>
        </p:spPr>
      </p:sp>
      <p:sp>
        <p:nvSpPr>
          <p:cNvPr id="30" name="Text 27"/>
          <p:cNvSpPr/>
          <p:nvPr/>
        </p:nvSpPr>
        <p:spPr>
          <a:xfrm>
            <a:off x="713232" y="3675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REST Convention — URL ដូចគ្នា Method ខុសគ្នា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13232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6D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 → List ទាំងអស់ (GET) ឬបង្កើតថ្មី (POST)         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/users/1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6D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 → មួយគត់ (GET) · ប្ដូរ (PUT/PATCH) · លុប (DELETE)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៤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POST · PUT · DELETE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618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ផ្ញើ Data ទៅ Server — ត្រូវប្រាប់ method, headers និង body (JSON String)។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664208"/>
            <a:ext cx="4297680" cy="2907792"/>
          </a:xfrm>
          <a:prstGeom prst="roundRect">
            <a:avLst>
              <a:gd name="adj" fmla="val 1887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1773936"/>
            <a:ext cx="396849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fetch — POST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fetch(URL,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method: 'POST',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headers: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'Content-Type':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'application/json'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JSON.stringify({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'Hello',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userId: 1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fetch(`${URL}/1`,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method: 'DELETE' })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983480" y="1664208"/>
            <a:ext cx="3657600" cy="2907792"/>
          </a:xfrm>
          <a:prstGeom prst="roundRect">
            <a:avLst>
              <a:gd name="adj" fmla="val 1887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48072" y="1773936"/>
            <a:ext cx="332841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axios — ខ្លីជាង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axios.post(URL,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'Hello',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userId: 1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PUT — ប្ដូរទាំងមូល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axios.put(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`${URL}/1`, newPost)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PATCH — ប្ដូរផ្នែកខ្លះ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axios.patch(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`${URL}/1`, { title })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axios.delete(`${URL}/1`)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៥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Environment Variables (.env)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618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កុំសរសេរ URL និង API Key ដោយផ្ទាល់ក្នុង Code — ទុកក្នុង .env ដើម្បីប្ដូរងាយ (Dev ⟷ Production)។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664208"/>
            <a:ext cx="5074920" cy="2907792"/>
          </a:xfrm>
          <a:prstGeom prst="roundRect">
            <a:avLst>
              <a:gd name="adj" fmla="val 1887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1773936"/>
            <a:ext cx="474573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 (Root នៃ Project)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VITE_API_URL=https://api.example.com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VITE_API_KEY=abc123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ប្រើក្នុង Code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URL = import.meta.env.VITE_API_URL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KEY = import.meta.env.VITE_API_KEY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fetch(`${URL}/users?key=${KEY}`)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06440" y="1664208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EAF8FD"/>
          </a:solidFill>
          <a:ln/>
        </p:spPr>
      </p:sp>
      <p:sp>
        <p:nvSpPr>
          <p:cNvPr id="10" name="Text 7"/>
          <p:cNvSpPr/>
          <p:nvPr/>
        </p:nvSpPr>
        <p:spPr>
          <a:xfrm>
            <a:off x="5989320" y="17647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VITE_ Prefix ចាំបាច់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989320" y="20939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Vite Expose តែ Variable ដែលចាប់ផ្ដើមដោយ VITE_ ប៉ុណ្ណោះ។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06440" y="2852928"/>
            <a:ext cx="2834640" cy="804672"/>
          </a:xfrm>
          <a:prstGeom prst="roundRect">
            <a:avLst>
              <a:gd name="adj" fmla="val 9091"/>
            </a:avLst>
          </a:prstGeom>
          <a:solidFill>
            <a:srgbClr val="F4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5989320" y="29535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Restart Dev Server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989320" y="32826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ប្ដូរ .env រួច → npm run dev ឡើងវិញ។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06440" y="374904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20232A"/>
          </a:solidFill>
          <a:ln/>
        </p:spPr>
      </p:sp>
      <p:sp>
        <p:nvSpPr>
          <p:cNvPr id="16" name="Text 13"/>
          <p:cNvSpPr/>
          <p:nvPr/>
        </p:nvSpPr>
        <p:spPr>
          <a:xfrm>
            <a:off x="5989320" y="38496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⚠️</a:t>
            </a:r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មិនសម្ងាត់ទេ!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989320" y="4178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Secret Key ពិតប្រាកដ ត្រូវទុកនៅ Backend។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៦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Custom Hook — useFetch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618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Logic ដូចគ្នា (loading / error / data) ត្រូវសរសេរម្ដងហើយប្រើឡើងវិញគ្រប់ Component។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664208"/>
            <a:ext cx="5120640" cy="2907792"/>
          </a:xfrm>
          <a:prstGeom prst="roundRect">
            <a:avLst>
              <a:gd name="adj" fmla="val 1887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1773936"/>
            <a:ext cx="479145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hooks/useFetch.js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useFetch(url) {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[data, setData] = useState(null)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[loading, setLoading] = useState(true)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setError] = useState(null)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fetch(url)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.then((r) =&gt; r.json())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.then(setData)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.catch((e) =&gt; setError(e.message))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.finally(() =&gt; setLoading(false))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[url])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data, loading, error }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1664208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EAF8FD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17647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ប្រើក្នុង Component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35040" y="2093976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const { data, loading, error } =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 useFetch(`${URL}/users`)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0" y="2990088"/>
            <a:ext cx="2788920" cy="896112"/>
          </a:xfrm>
          <a:prstGeom prst="roundRect">
            <a:avLst>
              <a:gd name="adj" fmla="val 8163"/>
            </a:avLst>
          </a:prstGeom>
          <a:solidFill>
            <a:srgbClr val="F4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30906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Naming: use...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035040" y="34198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Custom Hook ត្រូវចាប់ផ្ដើមដោយ use ជានិច្ច។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977640"/>
            <a:ext cx="2788920" cy="594360"/>
          </a:xfrm>
          <a:prstGeom prst="roundRect">
            <a:avLst>
              <a:gd name="adj" fmla="val 12308"/>
            </a:avLst>
          </a:prstGeom>
          <a:solidFill>
            <a:srgbClr val="20232A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0" y="40782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Cleanup: AbortController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៧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Public APIs សម្រាប់ Practice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EAF8FD"/>
          </a:solidFill>
          <a:ln/>
        </p:spPr>
      </p:sp>
      <p:sp>
        <p:nvSpPr>
          <p:cNvPr id="7" name="Shape 4"/>
          <p:cNvSpPr/>
          <p:nvPr/>
        </p:nvSpPr>
        <p:spPr>
          <a:xfrm>
            <a:off x="649224" y="1527048"/>
            <a:ext cx="347472" cy="347472"/>
          </a:xfrm>
          <a:prstGeom prst="ellipse">
            <a:avLst/>
          </a:prstGeom>
          <a:solidFill>
            <a:srgbClr val="0E7C99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06424" y="1380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JSONPlaceholder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06424" y="16367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Users · Posts · Todos — គ្មាន Key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06424" y="18562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jsonplaceholder.typicode.com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EAF8FD"/>
          </a:solidFill>
          <a:ln/>
        </p:spPr>
      </p:sp>
      <p:sp>
        <p:nvSpPr>
          <p:cNvPr id="13" name="Shape 10"/>
          <p:cNvSpPr/>
          <p:nvPr/>
        </p:nvSpPr>
        <p:spPr>
          <a:xfrm>
            <a:off x="4809744" y="1527048"/>
            <a:ext cx="347472" cy="347472"/>
          </a:xfrm>
          <a:prstGeom prst="ellipse">
            <a:avLst/>
          </a:prstGeom>
          <a:solidFill>
            <a:srgbClr val="0E7C99"/>
          </a:solidFill>
          <a:ln/>
        </p:spPr>
      </p:sp>
      <p:sp>
        <p:nvSpPr>
          <p:cNvPr id="14" name="Text 11"/>
          <p:cNvSpPr/>
          <p:nvPr/>
        </p:nvSpPr>
        <p:spPr>
          <a:xfrm>
            <a:off x="4809744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66944" y="1380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PokeAPI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266944" y="16367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Pokémon Data — គ្មាន Key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266944" y="18562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pokeapi.co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02920" y="2185416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EAF8FD"/>
          </a:solidFill>
          <a:ln/>
        </p:spPr>
      </p:sp>
      <p:sp>
        <p:nvSpPr>
          <p:cNvPr id="19" name="Shape 16"/>
          <p:cNvSpPr/>
          <p:nvPr/>
        </p:nvSpPr>
        <p:spPr>
          <a:xfrm>
            <a:off x="649224" y="2386584"/>
            <a:ext cx="347472" cy="347472"/>
          </a:xfrm>
          <a:prstGeom prst="ellipse">
            <a:avLst/>
          </a:prstGeom>
          <a:solidFill>
            <a:srgbClr val="0E7C99"/>
          </a:solidFill>
          <a:ln/>
        </p:spPr>
      </p:sp>
      <p:sp>
        <p:nvSpPr>
          <p:cNvPr id="20" name="Text 17"/>
          <p:cNvSpPr/>
          <p:nvPr/>
        </p:nvSpPr>
        <p:spPr>
          <a:xfrm>
            <a:off x="649224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06424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REST Countries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06424" y="2496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ព័ត៌មានប្រទេស · Flags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06424" y="27157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restcountries.com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663440" y="2185416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EAF8FD"/>
          </a:solidFill>
          <a:ln/>
        </p:spPr>
      </p:sp>
      <p:sp>
        <p:nvSpPr>
          <p:cNvPr id="25" name="Shape 22"/>
          <p:cNvSpPr/>
          <p:nvPr/>
        </p:nvSpPr>
        <p:spPr>
          <a:xfrm>
            <a:off x="4809744" y="2386584"/>
            <a:ext cx="347472" cy="347472"/>
          </a:xfrm>
          <a:prstGeom prst="ellipse">
            <a:avLst/>
          </a:prstGeom>
          <a:solidFill>
            <a:srgbClr val="0E7C99"/>
          </a:solidFill>
          <a:ln/>
        </p:spPr>
      </p:sp>
      <p:sp>
        <p:nvSpPr>
          <p:cNvPr id="26" name="Text 23"/>
          <p:cNvSpPr/>
          <p:nvPr/>
        </p:nvSpPr>
        <p:spPr>
          <a:xfrm>
            <a:off x="4809744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266944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TheMealDB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266944" y="2496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Recipes · Ingredients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266944" y="27157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themealdb.com/api.php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02920" y="3044952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F4F6F8"/>
          </a:solidFill>
          <a:ln/>
        </p:spPr>
      </p:sp>
      <p:sp>
        <p:nvSpPr>
          <p:cNvPr id="31" name="Shape 28"/>
          <p:cNvSpPr/>
          <p:nvPr/>
        </p:nvSpPr>
        <p:spPr>
          <a:xfrm>
            <a:off x="649224" y="324612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29"/>
          <p:cNvSpPr/>
          <p:nvPr/>
        </p:nvSpPr>
        <p:spPr>
          <a:xfrm>
            <a:off x="649224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🔑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06424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OpenWeatherMap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06424" y="3355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Weather តាម City — ត្រូវ API Key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106424" y="35753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openweathermap.org/api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663440" y="3044952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F4F6F8"/>
          </a:solidFill>
          <a:ln/>
        </p:spPr>
      </p:sp>
      <p:sp>
        <p:nvSpPr>
          <p:cNvPr id="37" name="Shape 34"/>
          <p:cNvSpPr/>
          <p:nvPr/>
        </p:nvSpPr>
        <p:spPr>
          <a:xfrm>
            <a:off x="4809744" y="324612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8" name="Text 35"/>
          <p:cNvSpPr/>
          <p:nvPr/>
        </p:nvSpPr>
        <p:spPr>
          <a:xfrm>
            <a:off x="4809744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🔑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266944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TMDB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266944" y="3355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Movies · TV — ត្រូវ API Key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266944" y="35753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themoviedb.org/documentation/api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02920" y="40233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5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🔑</a:t>
            </a:r>
            <a:pPr indent="0" marL="0">
              <a:buNone/>
            </a:pPr>
            <a:r>
              <a:rPr lang="en-US" sz="1050" i="1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= ត្រូវ Register យក API Key ជាមុន (ឥតគិតថ្លៃ)   ·   ✓ = ប្រើបានភ្លាម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502920" y="4315968"/>
            <a:ext cx="8138160" cy="411480"/>
          </a:xfrm>
          <a:prstGeom prst="roundRect">
            <a:avLst>
              <a:gd name="adj" fmla="val 13333"/>
            </a:avLst>
          </a:prstGeom>
          <a:solidFill>
            <a:srgbClr val="20232A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" y="43159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Tip: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Test Endpoint ក្នុង Browser ឬ Postman មុន រួចទើបសរសេរ Code។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សង្ខេប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API Integration — Cheat-Sheet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4572000" cy="3273552"/>
          </a:xfrm>
          <a:prstGeom prst="roundRect">
            <a:avLst>
              <a:gd name="adj" fmla="val 1676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" y="1408176"/>
            <a:ext cx="424281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Users() {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[d, setD] = useState([])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[load, setLoad] = useState(true)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const [err, setErr] = useState(null)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useEffect(() =&gt; {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(async () =&gt; {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try {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 = await fetch(URL)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(!r.ok) throw Error(r.status)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setD(await r.json())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 catch (e) { setErr(e.message) }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finally { setLoad(false) }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})()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 [])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(load) return &lt;p&gt;Loading…&lt;/p&gt;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(err) return &lt;p&gt;{err}&lt;/p&gt;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&lt;List items={d} /&gt;</a:t>
            </a:r>
            <a:endParaRPr lang="en-US" sz="9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257800" y="1298448"/>
            <a:ext cx="3383280" cy="2770632"/>
          </a:xfrm>
          <a:prstGeom prst="roundRect">
            <a:avLst>
              <a:gd name="adj" fmla="val 264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40680" y="1389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៧ API ត្រូវចាំ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40680" y="17190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fetch(url)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086600" y="17190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ផ្ញើ Request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40680" y="20482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res.ok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086600" y="20482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ពិនិត្យ Status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440680" y="2377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res.json()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086600" y="2377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អាន Body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40680" y="270662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axios.get/post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086600" y="27066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ជម្រើសខ្លីជាង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440680" y="30358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 ×3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086600" y="30358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data/loading/error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40680" y="33649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useEffect([])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86600" y="33649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Fetch ពេល Mount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40680" y="36941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import.meta.env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086600" y="36941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.env Variables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257800" y="4187952"/>
            <a:ext cx="3383280" cy="384048"/>
          </a:xfrm>
          <a:prstGeom prst="roundRect">
            <a:avLst>
              <a:gd name="adj" fmla="val 14286"/>
            </a:avLst>
          </a:prstGeom>
          <a:solidFill>
            <a:srgbClr val="20232A"/>
          </a:solidFill>
          <a:ln/>
        </p:spPr>
      </p:sp>
      <p:sp>
        <p:nvSpPr>
          <p:cNvPr id="25" name="Text 22"/>
          <p:cNvSpPr/>
          <p:nvPr/>
        </p:nvSpPr>
        <p:spPr>
          <a:xfrm>
            <a:off x="5394960" y="41879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DAFB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⚠️</a:t>
            </a:r>
            <a:pPr indent="0" marL="0">
              <a:buNone/>
            </a:pPr>
            <a:r>
              <a:rPr lang="en-US" sz="11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Loading &amp; Error ជានិច្ច!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82C34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8463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DEMO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63093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Weather App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main.jsx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2900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1417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components/SearchBar.jsx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1984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1984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components/WeatherCard.jsx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91840" y="1984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984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hooks/useFetch.js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80760" y="1984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1984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2697480"/>
            <a:ext cx="8138160" cy="2148840"/>
          </a:xfrm>
          <a:prstGeom prst="roundRect">
            <a:avLst>
              <a:gd name="adj" fmla="val 2553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7512" y="2807208"/>
            <a:ext cx="780897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KEY = import.meta.env.VITE_WEATHER_KEY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search(city)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setLoading(true); setError(null)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= await fetch(`${BASE}/weather?q=${city}&amp;appid=${KEY}&amp;units=metric`)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(!res.ok) throw new Error('រកមិនឃើញទីក្រុងនេះទេ')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setWeather(await res.json())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(e) { setError(e.message) } finally { setLoading(false) 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អនុវត្ត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លំហាត់ (Exercises)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EAF8FD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627632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16152" y="149047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User Directory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16152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JSONPlaceholder /users → Cards ជា Grid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4828032" y="1627632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3" name="Text 10"/>
          <p:cNvSpPr/>
          <p:nvPr/>
        </p:nvSpPr>
        <p:spPr>
          <a:xfrm>
            <a:off x="4828032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376672" y="149047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Loading · Error · Empty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76672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Spinner · Error Message · Retry Button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2404872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EAF8FD"/>
          </a:solidFill>
          <a:ln/>
        </p:spPr>
      </p:sp>
      <p:sp>
        <p:nvSpPr>
          <p:cNvPr id="17" name="Shape 14"/>
          <p:cNvSpPr/>
          <p:nvPr/>
        </p:nvSpPr>
        <p:spPr>
          <a:xfrm>
            <a:off x="667512" y="2660904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16152" y="252374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Weather App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16152" y="2862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ស្វែងរកតាម City Name (OpenWeatherMap)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63440" y="2404872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/>
        </p:spPr>
      </p:sp>
      <p:sp>
        <p:nvSpPr>
          <p:cNvPr id="22" name="Shape 19"/>
          <p:cNvSpPr/>
          <p:nvPr/>
        </p:nvSpPr>
        <p:spPr>
          <a:xfrm>
            <a:off x="4828032" y="2660904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23" name="Text 20"/>
          <p:cNvSpPr/>
          <p:nvPr/>
        </p:nvSpPr>
        <p:spPr>
          <a:xfrm>
            <a:off x="4828032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376672" y="252374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Movie Search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76672" y="2862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TMDB Search + Poster Grid + Detail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3438144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EAF8FD"/>
          </a:solidFill>
          <a:ln/>
        </p:spPr>
      </p:sp>
      <p:sp>
        <p:nvSpPr>
          <p:cNvPr id="27" name="Shape 24"/>
          <p:cNvSpPr/>
          <p:nvPr/>
        </p:nvSpPr>
        <p:spPr>
          <a:xfrm>
            <a:off x="667512" y="3694176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28" name="Text 25"/>
          <p:cNvSpPr/>
          <p:nvPr/>
        </p:nvSpPr>
        <p:spPr>
          <a:xfrm>
            <a:off x="667512" y="3694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216152" y="355701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POST Form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216152" y="38953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បង្កើត Post ថ្មី → បង្ហាញ Response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663440" y="3438144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/>
        </p:spPr>
      </p:sp>
      <p:sp>
        <p:nvSpPr>
          <p:cNvPr id="32" name="Shape 29"/>
          <p:cNvSpPr/>
          <p:nvPr/>
        </p:nvSpPr>
        <p:spPr>
          <a:xfrm>
            <a:off x="4828032" y="3694176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33" name="Text 30"/>
          <p:cNvSpPr/>
          <p:nvPr/>
        </p:nvSpPr>
        <p:spPr>
          <a:xfrm>
            <a:off x="4828032" y="3694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5376672" y="355701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Bonus: useFetch + .env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376672" y="38953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Custom Hook · VITE_API_URL · .gitignore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82C34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8463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ចំណុចសំខាន់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63093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7" name="Image 1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627632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9848" y="14173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REST API = HTTP + Endpoint (URL) + JSON — Frontend សុំ Data ពី Backend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663440" y="1417320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10" name="Image 2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1627632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30368" y="14173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fetch() ត្រូវ 2 ជំហាន: await fetch(url) រួច await res.json()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02920" y="2258568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13" name="Image 3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46888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9848" y="22585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fetch មិន throw លើ 404/500 — ត្រូវពិនិត្យ res.ok ដោយខ្លួនឯង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663440" y="2258568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16" name="Image 4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246888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30368" y="22585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Axios ខ្លីជាង: data ស្រាប់ · throw ស្វ័យប្រវត្តិ · baseURL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502920" y="3099816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19" name="Image 5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310128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69848" y="309981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 States ជានិច្ច: loading · error · data (useState 3)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4663440" y="3099816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22" name="Image 6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3310128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30368" y="309981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useEffect(..., []) = Fetch ពេល Mount · async Function ខាងក្នុង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502920" y="3941064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25" name="Image 7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4151376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69848" y="394106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try / catch / finally — finally សម្រាប់បិទ Loading ជានិច្ច</a:t>
            </a:r>
            <a:endParaRPr lang="en-US" sz="1100" dirty="0"/>
          </a:p>
        </p:txBody>
      </p:sp>
      <p:sp>
        <p:nvSpPr>
          <p:cNvPr id="27" name="Shape 17"/>
          <p:cNvSpPr/>
          <p:nvPr/>
        </p:nvSpPr>
        <p:spPr>
          <a:xfrm>
            <a:off x="4663440" y="3941064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28" name="Image 8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9744" y="4151376"/>
            <a:ext cx="292608" cy="29260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30368" y="394106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API URL &amp; Key ទុកក្នុង .env (VITE_) · កុំ Commit .env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ធនធាន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Resources &amp; បន្ទាប់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7" name="Image 1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4533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426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MDN — Fetch API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51560" y="16824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developer.mozilla.org/docs/Web/API/Fetch_API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663440" y="1371600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11" name="Image 2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54533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12080" y="1426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MDN — HTTP Status Codes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212080" y="16824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developer.mozilla.org/docs/Web/HTTP/Status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02920" y="2084832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15" name="Image 3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25856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2139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— Fetching Data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051560" y="23957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react.dev/learn/synchronizing-with-effects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663440" y="2084832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19" name="Image 4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25856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12080" y="2139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Axios Docs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212080" y="23957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axios-http.com/docs/intro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502920" y="2798064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23" name="Image 5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2971800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51560" y="2852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Vite — Env Variables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1051560" y="31089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vite.dev/guide/env-and-mode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4663440" y="2798064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27" name="Image 6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2971800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12080" y="2852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JSONPlaceholder (Practice)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5212080" y="31089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jsonplaceholder.typicode.com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502920" y="3840480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2023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7" descr="/private/tmp/claude-501/-Users-microstore-Documents-teaching-ai-engineer/904dbc22-6037-49cc-9620-3055ad0216f1/scratchpad/ato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041648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325880" y="3840480"/>
            <a:ext cx="7178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Lesson បន្ទាប់  ·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Lesson 20 — Frontend Project Workshop: Planning, Component Tree, API Integration, Code Review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19: API Integration</dc:title>
  <dc:subject>PptxGenJS Presentation</dc:subject>
  <dc:creator>AI Engineer Course</dc:creator>
  <cp:lastModifiedBy>AI Engineer Course</cp:lastModifiedBy>
  <cp:revision>1</cp:revision>
  <dcterms:created xsi:type="dcterms:W3CDTF">2026-08-11T16:55:59Z</dcterms:created>
  <dcterms:modified xsi:type="dcterms:W3CDTF">2026-08-11T16:55:59Z</dcterms:modified>
</cp:coreProperties>
</file>