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5989320" y="914400"/>
            <a:ext cx="3291840" cy="3291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515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300" kern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PART 2 · FRONTEND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803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Client-Side Routing · Navigation · Dynamic Routes — បង្កើត Multi-Page App ក្នុង React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886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3–4 ម៉ោង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7" y="3886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Prereq: Lesson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6168" y="3886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react-router-dom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គោលបំណង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9224" y="1508760"/>
            <a:ext cx="347472" cy="34747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0876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325880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យល់ដឹងពី Client-Side Routing ខុសពី Traditional Routing យ៉ាងណា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671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" y="2350008"/>
            <a:ext cx="347472" cy="34747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3500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167128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Install &amp; Setup React Router (BrowserRouter, Routes, Route)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083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" y="3191256"/>
            <a:ext cx="347472" cy="34747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31912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008376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 Navigation ដោយ Link, NavLink ដោយមិន Reload 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9624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" y="4032504"/>
            <a:ext cx="347472" cy="34747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0325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849624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ប្រើ useNavigate() សម្រាប់ Navigate ដោយ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59" y="13258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5464" y="1508760"/>
            <a:ext cx="347472" cy="34747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5464" y="150876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1" y="1325880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 Dynamic Routes &amp; អាន URL Parameters ដោយ useParams()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21671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55464" y="2350008"/>
            <a:ext cx="347472" cy="34747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55464" y="23500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1" y="2167128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 Nested Routes &amp; Shared Layout ដោយ &lt;Outlet /&gt;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59" y="30083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5464" y="3191256"/>
            <a:ext cx="347472" cy="34747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55464" y="31912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0951" y="3008376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យល់ពី Protected Routes — Redirect Users ដែលមិនទាន់ Login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Client-Side Routing ជាអ្វី?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ជា SPA (Single Page Application)</a:t>
            </a:r>
            <a:r>
              <a:rPr sz="15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— មាន HTML File តែមួយ។ React Router ប្ដូរ UI ទៅតាម URL ដោយមិន Reload Page។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ពេល User ចុច Link → URL ប្ដូរ → React Router Render Component ដែលត្រូវគ្នា — លឿនជាងការសុំ Page ថ្មីពី Server រាល់ដង។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2461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🌐  SPA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749039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HTML File តែមួយ — JavaScript គ្រប់គ្រង UI ទាំងអស់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82696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32461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⚡  No Reload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749039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ប្ដូរ Page ដោយមិន Refresh Browser — លឿន និង Smooth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2472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32461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🔗  URL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3749039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URL នៅតែ Share / Bookmark / Back-Forward បានធម្មតា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Traditional ⟷ Client-Side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Traditional  ·  Server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611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ចុច &lt;a href&gt; → សុំ Page ថ្មីពី Server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Browser Reload Page ទាំងមូល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អេក្រង់ Flash សេតមួយភ្លែត (យឺត)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State ក្នុង App បាត់ទាំងអស់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Server ត្រូវមាន HTML គ្រប់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53619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7F4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Client-Side  ·  React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011680"/>
            <a:ext cx="3611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1. ចុច &lt;Link to&gt; → URL ប្ដូរ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2. មិន Reload — History API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3. Router រក Route ដែល Match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4. Render Component ថ្មីភ្លាមៗ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 (State ផ្សេងទៀតនៅដដែល)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Install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Install Package </a:t>
            </a:r>
            <a:r>
              <a:rPr sz="1300" b="1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react-router-dom</a:t>
            </a:r>
            <a:r>
              <a:rPr sz="13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ហើយ Wrap &lt;App /&gt; ជាមួយ &lt;BrowserRouter&gt; ក្នុង main.jsx។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120640" cy="269748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84248"/>
            <a:ext cx="4791455" cy="2478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Install Package</a:t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react-router-dom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Wrap App — main.jsx</a:t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BrowserRouter }</a:t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'react-router-dom'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&lt;BrowserRouter&gt;</a:t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&lt;App /&gt;</a:t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&lt;/BrowserRouter&gt;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874519"/>
            <a:ext cx="2788920" cy="123444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975103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react-router-dom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76856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Library ស្តង់ដារសម្រាប់ Routing ក្នុង React Web App (Version 6+)។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246120"/>
            <a:ext cx="2788920" cy="132588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346703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BrowserRouter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648456"/>
            <a:ext cx="242316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ដាក់តែម្ដងគត់ នៅ Root របស់ App — ដើម្បីឲ្យ Router គ្រប់គ្រង URL &amp; History។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→ Components ទាំងអស់ Import ពី 'react-router-dom'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Basic Routing — Routes &amp;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846320" cy="324612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4517136" cy="3026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Routes, Route }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'react-router-dom'</a:t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&lt;Routes&gt;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path="/"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element={&lt;Home /&gt;} /&gt;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path="/about"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element={&lt;About /&gt;} /&gt;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path="/contact"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element={&lt;Contact /&gt;} /&gt;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path="*"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element={&lt;NotFound /&gt;} /&gt;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&lt;/Routes&gt;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25880"/>
            <a:ext cx="306324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3807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65506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URL Pattern ដែលត្រូវ Match — "/", "/about", "/contact"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148840"/>
            <a:ext cx="306324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2037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47802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 ដែល Render ពេល path Match ជាមួយ 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971800"/>
            <a:ext cx="306324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026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(Wildcard)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3009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Match គ្រប់ URL ដែលមិនត្រូវ Route ណា → 404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794760"/>
            <a:ext cx="306324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38496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&lt;Routes&gt;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1239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ជ្រើសយក Route ដែល Match បំផុត តែមួយគត់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Routing ដំណើរការយ៉ាងណា?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389888"/>
            <a:ext cx="457200" cy="45720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371600"/>
            <a:ext cx="7498079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371600"/>
            <a:ext cx="7178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User ចុច &lt;Link to="/about"&gt; → URL ប្ដូរជា /about (មិន Reload)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066544"/>
            <a:ext cx="457200" cy="45720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665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048256"/>
            <a:ext cx="7498079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048256"/>
            <a:ext cx="7178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&lt;BrowserRouter&gt; ស្ដាប់ URL Change តាមរយៈ History API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2724912"/>
            <a:ext cx="7498079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724912"/>
            <a:ext cx="7178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&lt;Routes&gt; រក &lt;Route&gt; ដែល path Match ជាមួយ URL បច្ចុប្បន្ន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419856"/>
            <a:ext cx="457200" cy="45720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401568"/>
            <a:ext cx="7498079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401568"/>
            <a:ext cx="7178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element របស់ Route នោះ Render — UI ប្ដូរភ្លាមៗ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ចាំបាច់ដឹង:  </a:t>
            </a:r>
            <a:r>
              <a:rPr sz="115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បើគ្មាន Route ណា Match — ប្រើ path="*" ដើម្បីបង្ហាញ 404 Not Found Page។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Navigation — Link &amp; NavLink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ប្រើ &lt;Link&gt; ជំនួស &lt;a&gt; — ដើម្បីកុំឲ្យ Browser Reload Page ទាំងមូល។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074920" cy="288036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01368"/>
            <a:ext cx="4745736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Link, NavLink }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'react-router-dom'</a:t>
            </a:r>
          </a:p>
          <a:p>
            <a:pPr algn="l">
              <a:lnSpc>
                <a:spcPct val="106000"/>
              </a:lnSpc>
            </a:pPr>
            <a:r>
              <a:rPr sz="105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05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Link — Navigation ធម្មតា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to="/"&gt;Home&lt;/Link&gt;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to="/about"&gt;About&lt;/Link&gt;</a:t>
            </a:r>
          </a:p>
          <a:p>
            <a:pPr algn="l">
              <a:lnSpc>
                <a:spcPct val="106000"/>
              </a:lnSpc>
            </a:pPr>
            <a:r>
              <a:rPr sz="105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05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NavLink — ដឹងថា Active ឬអត់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&lt;NavLink to="/products"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className={({ isActive }) =&gt;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isActive ? 'active' : ''}&gt;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Products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&lt;/NavLink&gt;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6916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013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⚠️ កុំប្រើ &lt;a href&gt;!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48840"/>
            <a:ext cx="2514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&lt;a href="/about"&gt; នឹង Reload Page ទាំងមូល — State បាត់ទាំងអស់! ត្រូវប្រើ &lt;Link to&gt; ជានិច្ច។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29184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3401568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NavLink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730752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ដូច Link តែថែម isActive — ល្អសម្រាប់ Navbar ដើម្បី Highlight Menu បច្ចុប្បន្ន។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useNavigate() — Navigate ដោយ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Navigate ដោយ Code (មិនមែនចុច Link) — ក្រោយ Login ជោគជ័យ, Submit Form, ឬ Cancel។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074920" cy="278892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92807"/>
            <a:ext cx="4745736" cy="2569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useNavigate }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'react-router-dom'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LoginForm() {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navigate = useNavigate()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handleSubmit(e) {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Login ជោគជ័យ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navigate('/dashboard')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2834640" cy="1600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92807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navigate(...)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4028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navigate('/home')  → ទៅ Path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navigate(-1)  → ថយក្រោយ (Back)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navigate('/x', {replace:true})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520440"/>
            <a:ext cx="2834640" cy="105156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36118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ពេលណាប្រើ?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9136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ក្រោយ Form Submit · ក្រោយ Login / Logout · Redirect តាម Condition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Dynamic Routes &amp; useParams()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Route មួយ Match URL បានច្រើន — :id ជា URL Parameter ដែលប្ដូរតម្លៃតាម URL។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074920" cy="278892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92807"/>
            <a:ext cx="4745736" cy="2569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 ជាមួយ Parameter :id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 path="/users/:id"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element={&lt;UserDetail /&gt;} /&gt;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អានតម្លៃ :id ក្នុង Component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useParams }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'react-router-dom'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UserDetail() {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= useParams()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&lt;h1&gt;User: {id}&lt;/h1&gt;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2834640" cy="1600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92807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URL → useParams()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4028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/users/1  → { id: '1' }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/users/42 → { id: '42' }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/users/abc → { id: 'abc'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520440"/>
            <a:ext cx="2834640" cy="105156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361188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⚠️ Params ជា String!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9136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ត្រូវ Convert បើត្រូវការ Number — Number(id) ឬ parseInt(id)។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ឧទាហរណ៍ — Product Detail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297680" cy="329184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3968496" cy="3072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ProductList.jsx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{products.map((p) =&gt; (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key={p.id}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to={`/products/${p.id}`}&gt;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{p.name}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&lt;/Link&gt;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</a:p>
          <a:p>
            <a:pPr algn="l">
              <a:lnSpc>
                <a:spcPct val="106000"/>
              </a:lnSpc>
            </a:pPr>
            <a:r>
              <a:rPr sz="105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05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ProductDetail.jsx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id } = useParams()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 = products.find(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(p) =&gt; p.id === Number(id))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2588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38074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1. List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6550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Render &lt;Link&gt; សម្រាប់ Product និមួយៗ ដោយ .map()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4884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2037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2. Dynamic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4780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/products/1, /products/2, ... តាម p.id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97180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026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3. Detail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3009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useParams() យក id ចេញពី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79476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38496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4. Find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12394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.find() រក Product ដែល id ត្រូវគ្នា → Render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Nested Routes &amp; &lt;Outlet 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Route ក្នុង Route — Child Routes Render នៅកន្លែង &lt;Outlet /&gt; ក្នុង Parent Component។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074920" cy="278892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92807"/>
            <a:ext cx="4745736" cy="2569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&lt;Routes&gt;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path="/"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element={&lt;Layout /&gt;}&gt;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 index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element={&lt;Home /&gt;} 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 path="about"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element={&lt;About /&gt;} 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 path="products"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element={&lt;Products /&gt;} 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&lt;/Route&gt;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&lt;/Routes&gt;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2834640" cy="1325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92807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Parent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21992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Layout Wrap គ្រប់ Child Routes — Child Render តាម &lt;Outlet /&gt;។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246120"/>
            <a:ext cx="2834640" cy="132588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3355848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index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685032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Route Default — Render ពេល URL ត្រូវនឹង Parent path ("/") ពិតប្រាកដ។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Shared Layout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846320" cy="329184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4517136" cy="3072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Layout.jsx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Outlet }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'react-router-dom'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Layout() {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&lt;Navbar 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&lt;Outlet /&gt;  {/* Page */}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&lt;Footer 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25880"/>
            <a:ext cx="3063240" cy="640080"/>
          </a:xfrm>
          <a:prstGeom prst="roundRect">
            <a:avLst>
              <a:gd name="adj" fmla="val 10000"/>
            </a:avLst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3258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&lt;Navbar /&gt;</a:t>
            </a: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— គ្រប់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103120"/>
            <a:ext cx="3063240" cy="146304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2402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&lt;Outlet 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60604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Home · About · Products ប្ដូរតាម URL បច្ចុប្បន្ន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3703320"/>
            <a:ext cx="3063240" cy="640080"/>
          </a:xfrm>
          <a:prstGeom prst="roundRect">
            <a:avLst>
              <a:gd name="adj" fmla="val 10000"/>
            </a:avLst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370332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 /&gt;</a:t>
            </a: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— គ្រប់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43484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Navbar &amp; Footer សរសេរតែម្ដង — គ្រប់ Page មានដូចគ្នា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Protected Routes (Concept)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ការពារ Page ដែលត្រូវការ Login — បើមិនទាន់ Login → Redirect ទៅ /login ភ្លាមៗ។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074920" cy="278892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92807"/>
            <a:ext cx="4745736" cy="2569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Navigate }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'react-router-dom'</a:t>
            </a:r>
          </a:p>
          <a:p>
            <a:pPr algn="l">
              <a:lnSpc>
                <a:spcPct val="106000"/>
              </a:lnSpc>
            </a:pPr>
            <a:r>
              <a:rPr sz="105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ProtectedRoute({children}){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(!isLoggedIn) {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&lt;Navigate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to="/login" replace /&gt;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children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algn="l">
              <a:lnSpc>
                <a:spcPct val="106000"/>
              </a:lnSpc>
            </a:pPr>
            <a:r>
              <a:rPr sz="1050" b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&lt;ProtectedRoute&gt;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&lt;Dashboard /&gt;</a:t>
            </a:r>
          </a:p>
          <a:p>
            <a:pPr algn="l">
              <a:lnSpc>
                <a:spcPct val="106000"/>
              </a:lnSpc>
            </a:pPr>
            <a:r>
              <a:rPr sz="105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&lt;/ProtectedRoute&gt;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2834640" cy="1325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92807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&lt;Navigate /&gt;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21992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 ដែល Redirect ភ្លាមពេល Render — replace = មិនរក្សាក្នុង History។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246120"/>
            <a:ext cx="2834640" cy="132588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3355848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💡 Concept Intro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685032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នឹងរៀនពេញលេញជាមួយ Authentication ពិតប្រាកដ នៅពេលភ្ជាប់ Backend API។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សង្ខេប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Router — Cheat-Sheet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160520" cy="324612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3831335" cy="3026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Setup រួមគ្នាទាំងអស់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&lt;BrowserRouter&gt;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&lt;Routes&gt;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path="/"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element={&lt;Layout /&gt;}&gt;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&lt;Route index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element={&lt;Home /&gt;} /&gt;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&lt;Route path="products/:id"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element={&lt;Detail /&gt;} /&gt;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&lt;Route path="*"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element={&lt;NotFound /&gt;} /&gt;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&lt;/Route&gt;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&lt;/Routes&gt;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&lt;/BrowserRouter&gt;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25880"/>
            <a:ext cx="3794760" cy="3246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44475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7 APIs ត្រូវចាំ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105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&lt;BrowserRouter&gt;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810512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Root Wrapper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39696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&lt;Routes&gt;/&lt;Route&gt;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139696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កំណត់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to&gt;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46888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98064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&lt;NavLink&gt;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798064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Active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2724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useNavigate()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127248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Navigate ដោយ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45643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useParams()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456432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URL Params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785616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&lt;Outlet /&gt;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785616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Nested 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18795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⚠️ &lt;Link&gt; មិនមែន &lt;a&gt; — កុំឲ្យ Page Reload!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8463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411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30936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Multi-Page Store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39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8999" y="1417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17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components/Navbar.jsx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842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pages/Home.jsx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39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8999" y="19842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pages/Products.jsx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9842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pages/ProductDetail.jsx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97480"/>
            <a:ext cx="8138160" cy="2240280"/>
          </a:xfrm>
          <a:prstGeom prst="roundRect">
            <a:avLst>
              <a:gd name="adj" fmla="val 2449"/>
            </a:avLst>
          </a:prstGeom>
          <a:solidFill>
            <a:srgbClr val="1E222A"/>
          </a:solidFill>
          <a:ln>
            <a:noFill/>
          </a:ln>
          <a:effectLst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807208"/>
            <a:ext cx="7808975" cy="2020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&lt;BrowserRouter&gt;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&lt;Routes&gt;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 path="/" element={&lt;Layout /&gt;}&gt;          </a:t>
            </a:r>
            <a:r>
              <a:rPr sz="1100" b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Navbar + Outlet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&lt;Route index element={&lt;Home /&gt;} 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&lt;Route path="products" element={&lt;Products /&gt;} 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&lt;Route path="products/:id" element={&lt;ProductDetail /&gt;} 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&lt;Route path="*" element={&lt;NotFound /&gt;} /&gt;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&lt;/Route&gt;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&lt;/Routes&gt;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&lt;/BrowserRouter&gt;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អនុវត្ត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លំហាត់ (Exercises)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977639" cy="896112"/>
          </a:xfrm>
          <a:prstGeom prst="roundRect">
            <a:avLst>
              <a:gd name="adj" fmla="val 714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627632"/>
            <a:ext cx="411480" cy="41148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2763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49047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Multi-Page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82880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Home · About · Products · Contact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371600"/>
            <a:ext cx="3977639" cy="896112"/>
          </a:xfrm>
          <a:prstGeom prst="roundRect">
            <a:avLst>
              <a:gd name="adj" fmla="val 714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28031" y="1627632"/>
            <a:ext cx="411480" cy="41148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1" y="162763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149047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Product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82880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Dynamic Route /products/:id + useParams()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04872"/>
            <a:ext cx="3977639" cy="896112"/>
          </a:xfrm>
          <a:prstGeom prst="roundRect">
            <a:avLst>
              <a:gd name="adj" fmla="val 714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2660904"/>
            <a:ext cx="411480" cy="41148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66090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523744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Layout + Navbar &amp; Footer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286207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Nested Routes ជាមួយ &lt;Outlet /&gt;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404872"/>
            <a:ext cx="3977639" cy="896112"/>
          </a:xfrm>
          <a:prstGeom prst="roundRect">
            <a:avLst>
              <a:gd name="adj" fmla="val 714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28031" y="2660904"/>
            <a:ext cx="411480" cy="41148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1" y="266090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2523744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404 Not Found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286207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path="*" + Link ត្រឡប់ទៅ Home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438144"/>
            <a:ext cx="3977639" cy="896112"/>
          </a:xfrm>
          <a:prstGeom prst="roundRect">
            <a:avLst>
              <a:gd name="adj" fmla="val 714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7512" y="3694176"/>
            <a:ext cx="411480" cy="41148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69417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557015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Active Navbar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389534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NavLink Highlight Menu បច្ចុប្បន្ន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3438144"/>
            <a:ext cx="3977639" cy="896112"/>
          </a:xfrm>
          <a:prstGeom prst="roundRect">
            <a:avLst>
              <a:gd name="adj" fmla="val 7142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28031" y="3694176"/>
            <a:ext cx="411480" cy="411480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1" y="369417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3557015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Bonus: Protected Page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389534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Redirect ទៅ /login បើមិនទាន់ Login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8463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411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ចំណុចសំខាន់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30936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977639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2763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9848" y="1417320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Router = Client-Side Routing — ប្ដូរ Page ដោយមិន Reload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417320"/>
            <a:ext cx="3977639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627632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0368" y="1417320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&lt;BrowserRouter&gt; Wrap ម្ដងគត់ · &lt;Routes&gt; + &lt;Route&gt; កំណត់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58568"/>
            <a:ext cx="3977639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468880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9848" y="2258568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&lt;Link to&gt; ជំនួស &lt;a href&gt; — កុំឲ្យ Page Reload &amp; State បាត់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258568"/>
            <a:ext cx="3977639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468880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30368" y="2258568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NavLink មាន isActive — សម្រាប់ Highlight Menu ក្នុង Navbar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99816"/>
            <a:ext cx="3977639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310128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69848" y="3099816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useNavigate() — Navigate ដោយ Code ក្រោយ Login / Submit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099816"/>
            <a:ext cx="3977639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3310128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0368" y="3099816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path="/users/:id" + useParams() — បង្កើត Dynamic Pages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41064"/>
            <a:ext cx="3977639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4151376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69848" y="3941064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Nested Routes + &lt;Outlet /&gt; — Shared Layout (Navbar &amp; Footer)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941064"/>
            <a:ext cx="3977639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4151376"/>
            <a:ext cx="292608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230368" y="3941064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path="*" → 404 Page · &lt;Navigate /&gt; → Protected Routes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657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 kern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ធនធាន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8521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Resources &amp; បន្ទាប់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977639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54480"/>
            <a:ext cx="246888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14447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Router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0078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reactrouter.com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3977639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1" y="1554480"/>
            <a:ext cx="246888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79" y="14447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Official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170078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reactrouter.com/tutorial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4832"/>
            <a:ext cx="3977639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67712"/>
            <a:ext cx="246888" cy="2468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1560" y="21579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MDN — History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41401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developer.mozilla.org/docs/Web/API/History_API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084832"/>
            <a:ext cx="3977639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1" y="2267712"/>
            <a:ext cx="246888" cy="246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12079" y="21579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MDN — SPA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241401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developer.mozilla.org/docs/Glossary/SPA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98064"/>
            <a:ext cx="3977639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980944"/>
            <a:ext cx="246888" cy="2468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1560" y="28712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W3Schools — React 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12724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w3schools.com/react/react_router.asp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798064"/>
            <a:ext cx="3977639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1" y="2980944"/>
            <a:ext cx="246888" cy="2468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12079" y="28712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9" y="312724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react.dev/learn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84048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041648"/>
            <a:ext cx="438912" cy="4389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25880" y="3840480"/>
            <a:ext cx="71780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បន្ទាប់  ·  </a:t>
            </a:r>
            <a:r>
              <a:rPr sz="1250" b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19 — API Integration: Fetch Data ពី REST API ជាមួយ Loading, Error &amp; Success States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